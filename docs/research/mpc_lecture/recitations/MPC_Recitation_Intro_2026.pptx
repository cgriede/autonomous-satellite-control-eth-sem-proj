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71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6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5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1" d="100"/>
          <a:sy n="111" d="100"/>
        </p:scale>
        <p:origin x="4746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 baseline="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Organisational </a:t>
            </a:r>
            <a:r>
              <a:rPr lang="de-DE" dirty="0" err="1"/>
              <a:t>unit</a:t>
            </a:r>
            <a:r>
              <a:rPr lang="de-DE" dirty="0"/>
              <a:t> verbal</a:t>
            </a:r>
            <a:br>
              <a:rPr lang="de-DE" dirty="0"/>
            </a:b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on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2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Organisational </a:t>
            </a:r>
            <a:r>
              <a:rPr lang="de-DE" dirty="0" err="1"/>
              <a:t>unit</a:t>
            </a:r>
            <a:r>
              <a:rPr lang="de-DE" dirty="0"/>
              <a:t> verbal</a:t>
            </a:r>
            <a:br>
              <a:rPr lang="de-DE" dirty="0"/>
            </a:b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on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485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rgbClr val="72791C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Organisational </a:t>
            </a:r>
            <a:r>
              <a:rPr lang="de-DE" dirty="0" err="1"/>
              <a:t>unit</a:t>
            </a:r>
            <a:r>
              <a:rPr lang="de-DE" dirty="0"/>
              <a:t> verbal</a:t>
            </a:r>
            <a:br>
              <a:rPr lang="de-DE" dirty="0"/>
            </a:b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on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2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Organisational </a:t>
            </a:r>
            <a:r>
              <a:rPr lang="de-DE" dirty="0" err="1"/>
              <a:t>unit</a:t>
            </a:r>
            <a:r>
              <a:rPr lang="de-DE" dirty="0"/>
              <a:t> verbal</a:t>
            </a:r>
            <a:br>
              <a:rPr lang="de-DE" dirty="0"/>
            </a:b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on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rgbClr val="007A96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Organisational </a:t>
            </a:r>
            <a:r>
              <a:rPr lang="de-DE" dirty="0" err="1"/>
              <a:t>unit</a:t>
            </a:r>
            <a:r>
              <a:rPr lang="de-DE" dirty="0"/>
              <a:t> verbal</a:t>
            </a:r>
            <a:br>
              <a:rPr lang="de-DE" dirty="0"/>
            </a:b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on 2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95330"/>
            <a:ext cx="6028840" cy="2683566"/>
          </a:xfrm>
        </p:spPr>
        <p:txBody>
          <a:bodyPr/>
          <a:lstStyle/>
          <a:p>
            <a:r>
              <a:rPr lang="de-DE" sz="2800" dirty="0"/>
              <a:t>MPC 202</a:t>
            </a:r>
            <a:r>
              <a:rPr lang="hu-HU" sz="2800" dirty="0"/>
              <a:t>6</a:t>
            </a:r>
            <a:r>
              <a:rPr lang="de-DE" sz="2800" dirty="0"/>
              <a:t> – </a:t>
            </a:r>
            <a:r>
              <a:rPr lang="en-GB" sz="2800" dirty="0"/>
              <a:t>Recitation</a:t>
            </a:r>
            <a:r>
              <a:rPr lang="de-DE" sz="2800" dirty="0"/>
              <a:t> </a:t>
            </a:r>
            <a:r>
              <a:rPr lang="hu-HU" sz="2800" dirty="0"/>
              <a:t>1</a:t>
            </a:r>
            <a:endParaRPr lang="de-CH" sz="28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9627" y="3219772"/>
            <a:ext cx="4959213" cy="1731937"/>
          </a:xfrm>
        </p:spPr>
        <p:txBody>
          <a:bodyPr/>
          <a:lstStyle/>
          <a:p>
            <a:r>
              <a:rPr lang="en-GB" sz="1600" b="1" dirty="0"/>
              <a:t>Lecturer</a:t>
            </a:r>
            <a:r>
              <a:rPr lang="de-DE" sz="1600" b="1" dirty="0"/>
              <a:t>: 		</a:t>
            </a:r>
            <a:r>
              <a:rPr lang="de-DE" sz="1600" dirty="0"/>
              <a:t>Prof. Melanie Zeilinger</a:t>
            </a:r>
          </a:p>
          <a:p>
            <a:r>
              <a:rPr lang="de-DE" sz="1600" dirty="0"/>
              <a:t>			</a:t>
            </a:r>
          </a:p>
          <a:p>
            <a:r>
              <a:rPr lang="de-DE" sz="1600" b="1" dirty="0"/>
              <a:t>Teaching Assistants: 	</a:t>
            </a:r>
            <a:r>
              <a:rPr lang="en-GB" sz="1600" dirty="0"/>
              <a:t>Sabrina Bodmer</a:t>
            </a:r>
          </a:p>
          <a:p>
            <a:r>
              <a:rPr lang="de-DE" sz="1600" dirty="0"/>
              <a:t>			</a:t>
            </a:r>
            <a:r>
              <a:rPr lang="hu-HU" sz="1600" dirty="0"/>
              <a:t>Marco Heim</a:t>
            </a:r>
            <a:endParaRPr lang="de-DE" sz="1600" dirty="0"/>
          </a:p>
          <a:p>
            <a:r>
              <a:rPr lang="de-DE" sz="1600" dirty="0"/>
              <a:t>			</a:t>
            </a:r>
            <a:r>
              <a:rPr lang="hu-HU" sz="1600" dirty="0"/>
              <a:t>Marcell Bartos</a:t>
            </a:r>
          </a:p>
          <a:p>
            <a:endParaRPr lang="de-DE" sz="1600" dirty="0"/>
          </a:p>
          <a:p>
            <a:r>
              <a:rPr lang="de-DE" sz="1600" dirty="0"/>
              <a:t>			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79247BA-326D-44D0-B645-09B07C69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613708"/>
          </a:xfrm>
        </p:spPr>
        <p:txBody>
          <a:bodyPr/>
          <a:lstStyle/>
          <a:p>
            <a:r>
              <a:rPr lang="en-GB" dirty="0"/>
              <a:t>Model Predictive Control 202</a:t>
            </a:r>
            <a:r>
              <a:rPr lang="hu-HU" dirty="0"/>
              <a:t>6</a:t>
            </a:r>
            <a:r>
              <a:rPr lang="en-GB" dirty="0"/>
              <a:t> – Recitation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06DA06-5ADD-45CE-84BC-DC4D8B4C5E42}"/>
              </a:ext>
            </a:extLst>
          </p:cNvPr>
          <p:cNvSpPr txBox="1"/>
          <p:nvPr/>
        </p:nvSpPr>
        <p:spPr>
          <a:xfrm>
            <a:off x="701284" y="736194"/>
            <a:ext cx="10568954" cy="3174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GB" u="sng" dirty="0"/>
              <a:t>Organisation</a:t>
            </a:r>
            <a:endParaRPr lang="en-GB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Recitation:</a:t>
            </a:r>
            <a:r>
              <a:rPr lang="en-GB" dirty="0"/>
              <a:t> 		Every week after the lecture (ML D 28).</a:t>
            </a:r>
          </a:p>
          <a:p>
            <a:pPr>
              <a:lnSpc>
                <a:spcPct val="125000"/>
              </a:lnSpc>
            </a:pPr>
            <a:r>
              <a:rPr lang="en-GB" dirty="0"/>
              <a:t>			Interactive discussion of the material during the recitation (no recording).</a:t>
            </a:r>
          </a:p>
          <a:p>
            <a:pPr>
              <a:lnSpc>
                <a:spcPct val="125000"/>
              </a:lnSpc>
            </a:pPr>
            <a:r>
              <a:rPr lang="en-GB" dirty="0"/>
              <a:t>			Problems will be uploaded on Moodle beginning of the week</a:t>
            </a:r>
            <a:r>
              <a:rPr lang="hu-HU" dirty="0"/>
              <a:t>, </a:t>
            </a:r>
            <a:r>
              <a:rPr lang="en-GB" dirty="0"/>
              <a:t>solutions after 			the recitation.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Office hours: 		</a:t>
            </a:r>
            <a:r>
              <a:rPr lang="en-GB" dirty="0"/>
              <a:t>After each recitation</a:t>
            </a:r>
            <a:r>
              <a:rPr lang="hu-HU" dirty="0"/>
              <a:t> </a:t>
            </a:r>
            <a:r>
              <a:rPr lang="en-GB" dirty="0"/>
              <a:t>(ML D 28).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Problem set</a:t>
            </a:r>
            <a:r>
              <a:rPr lang="hu-HU" b="1" dirty="0"/>
              <a:t>s</a:t>
            </a:r>
            <a:r>
              <a:rPr lang="en-GB" b="1" dirty="0"/>
              <a:t>: 	</a:t>
            </a:r>
            <a:r>
              <a:rPr lang="en-GB" dirty="0"/>
              <a:t>Uploaded on Moodle every week after recitation.</a:t>
            </a:r>
          </a:p>
          <a:p>
            <a:pPr>
              <a:lnSpc>
                <a:spcPct val="125000"/>
              </a:lnSpc>
            </a:pPr>
            <a:r>
              <a:rPr lang="en-GB" dirty="0"/>
              <a:t>			Solutions will be uploaded in the following week.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Take-home project: 	</a:t>
            </a:r>
            <a:r>
              <a:rPr lang="en-GB" dirty="0"/>
              <a:t>Ungraded programming exercise (further information to follow).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EC175-5A45-40B5-AC7F-73D65B51E685}"/>
              </a:ext>
            </a:extLst>
          </p:cNvPr>
          <p:cNvSpPr txBox="1"/>
          <p:nvPr/>
        </p:nvSpPr>
        <p:spPr>
          <a:xfrm>
            <a:off x="731839" y="4211285"/>
            <a:ext cx="3333266" cy="137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Questions</a:t>
            </a:r>
            <a:endParaRPr lang="en-GB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dirty="0"/>
              <a:t>During the recitation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dirty="0"/>
              <a:t>During the office hour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dirty="0"/>
              <a:t>On the Moodle forum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37F93-2666-6C4D-AB29-6FD0244E030B}"/>
              </a:ext>
            </a:extLst>
          </p:cNvPr>
          <p:cNvSpPr txBox="1"/>
          <p:nvPr/>
        </p:nvSpPr>
        <p:spPr>
          <a:xfrm>
            <a:off x="4157293" y="5841976"/>
            <a:ext cx="2203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b="1" dirty="0"/>
              <a:t>Marco Heim</a:t>
            </a:r>
            <a:endParaRPr lang="en-GB" sz="1200" b="1" dirty="0"/>
          </a:p>
          <a:p>
            <a:pPr algn="ctr"/>
            <a:r>
              <a:rPr lang="en-GB" sz="1200" dirty="0"/>
              <a:t>maheim@ethz.ch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85215-8643-0B4F-BE53-C18EC46AC501}"/>
              </a:ext>
            </a:extLst>
          </p:cNvPr>
          <p:cNvSpPr txBox="1"/>
          <p:nvPr/>
        </p:nvSpPr>
        <p:spPr>
          <a:xfrm>
            <a:off x="6340402" y="5841976"/>
            <a:ext cx="1619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b="1" dirty="0"/>
              <a:t>Marcell Bartos</a:t>
            </a:r>
            <a:endParaRPr lang="en-GB" sz="1200" b="1" dirty="0"/>
          </a:p>
          <a:p>
            <a:pPr algn="ctr"/>
            <a:r>
              <a:rPr lang="en-GB" sz="1200" dirty="0"/>
              <a:t>mbartos@ethz.ch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EC1C1F-7580-AD40-ACC0-A44112F62DC2}"/>
              </a:ext>
            </a:extLst>
          </p:cNvPr>
          <p:cNvSpPr txBox="1"/>
          <p:nvPr/>
        </p:nvSpPr>
        <p:spPr>
          <a:xfrm>
            <a:off x="8227280" y="5841976"/>
            <a:ext cx="1619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Sabrina</a:t>
            </a:r>
            <a:r>
              <a:rPr lang="hu-HU" sz="1200" b="1" dirty="0"/>
              <a:t> </a:t>
            </a:r>
            <a:r>
              <a:rPr lang="en-GB" sz="1200" b="1" dirty="0"/>
              <a:t>Bodmer</a:t>
            </a:r>
          </a:p>
          <a:p>
            <a:pPr algn="ctr"/>
            <a:r>
              <a:rPr lang="en-GB" sz="1200" dirty="0"/>
              <a:t>sabodmer@ethz.ch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5F793-5E1F-BEB1-BC07-C789C588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pic>
        <p:nvPicPr>
          <p:cNvPr id="5" name="Picture 4" descr="A close-up of a person&#10;&#10;Description automatically generated">
            <a:extLst>
              <a:ext uri="{FF2B5EF4-FFF2-40B4-BE49-F238E27FC236}">
                <a16:creationId xmlns:a16="http://schemas.microsoft.com/office/drawing/2014/main" id="{89942662-F968-9D67-DAE6-F79F0A35C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689" y="4036603"/>
            <a:ext cx="1250650" cy="1671766"/>
          </a:xfrm>
          <a:prstGeom prst="rect">
            <a:avLst/>
          </a:prstGeom>
        </p:spPr>
      </p:pic>
      <p:pic>
        <p:nvPicPr>
          <p:cNvPr id="4" name="Picture 3" descr="A person in a suit and tie&#10;&#10;Description automatically generated">
            <a:extLst>
              <a:ext uri="{FF2B5EF4-FFF2-40B4-BE49-F238E27FC236}">
                <a16:creationId xmlns:a16="http://schemas.microsoft.com/office/drawing/2014/main" id="{74417E86-50BE-07B2-201A-D9E67758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793" y="4031001"/>
            <a:ext cx="1210432" cy="1671766"/>
          </a:xfrm>
          <a:prstGeom prst="rect">
            <a:avLst/>
          </a:prstGeom>
        </p:spPr>
      </p:pic>
      <p:pic>
        <p:nvPicPr>
          <p:cNvPr id="6" name="Picture 5" descr="A person standing in a street&#10;&#10;Description automatically generated">
            <a:extLst>
              <a:ext uri="{FF2B5EF4-FFF2-40B4-BE49-F238E27FC236}">
                <a16:creationId xmlns:a16="http://schemas.microsoft.com/office/drawing/2014/main" id="{948F5DCB-3AFB-89F9-4756-D4FD6AA50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958" y="4031001"/>
            <a:ext cx="1550296" cy="167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92414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xtern">
      <a:srgbClr val="1F407A"/>
    </a:custClr>
    <a:custClr name="Intern">
      <a:srgbClr val="485A2C"/>
    </a:custClr>
    <a:custClr name="ETH 3">
      <a:srgbClr val="1269B0"/>
    </a:custClr>
    <a:custClr name="ETH 4">
      <a:srgbClr val="72791C"/>
    </a:custClr>
    <a:custClr name="ETH 5">
      <a:srgbClr val="91056A"/>
    </a:custClr>
    <a:custClr name="ETH 6">
      <a:srgbClr val="6F6F6F"/>
    </a:custClr>
    <a:custClr name="ETH 7">
      <a:srgbClr val="A8322D"/>
    </a:custClr>
    <a:custClr name="ETH 8">
      <a:srgbClr val="007A96"/>
    </a:custClr>
    <a:custClr name="ETH 9">
      <a:srgbClr val="956013"/>
    </a:custClr>
  </a:custClrLst>
  <a:extLst>
    <a:ext uri="{05A4C25C-085E-4340-85A3-A5531E510DB2}">
      <thm15:themeFamily xmlns:thm15="http://schemas.microsoft.com/office/thememl/2012/main" name="Präsentation1" id="{277C3170-93C4-4004-925A-762E3FF6A529}" vid="{54F253A4-C5FF-4238-8A43-148031D6EB93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xtern">
      <a:srgbClr val="1F407A"/>
    </a:custClr>
    <a:custClr name="Intern">
      <a:srgbClr val="485A2C"/>
    </a:custClr>
    <a:custClr name="ETH 3">
      <a:srgbClr val="1269B0"/>
    </a:custClr>
    <a:custClr name="ETH 4">
      <a:srgbClr val="72791C"/>
    </a:custClr>
    <a:custClr name="ETH 5">
      <a:srgbClr val="91056A"/>
    </a:custClr>
    <a:custClr name="ETH 6">
      <a:srgbClr val="6F6F6F"/>
    </a:custClr>
    <a:custClr name="ETH 7">
      <a:srgbClr val="A8322D"/>
    </a:custClr>
    <a:custClr name="ETH 8">
      <a:srgbClr val="007A96"/>
    </a:custClr>
    <a:custClr name="ETH 9">
      <a:srgbClr val="95601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ETH_PP_Template_Presentation_en</Template>
  <TotalTime>0</TotalTime>
  <Words>181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Symbol</vt:lpstr>
      <vt:lpstr>ETH Zürich</vt:lpstr>
      <vt:lpstr>MPC 2026 – Recitation 1</vt:lpstr>
      <vt:lpstr>Model Predictive Control 2026 – Recitation 1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MPC recitation!</dc:title>
  <dc:creator>Antoine Leeman</dc:creator>
  <cp:lastModifiedBy>Bartos  Marcell</cp:lastModifiedBy>
  <cp:revision>45</cp:revision>
  <dcterms:created xsi:type="dcterms:W3CDTF">2021-02-22T14:37:25Z</dcterms:created>
  <dcterms:modified xsi:type="dcterms:W3CDTF">2026-02-17T15:48:15Z</dcterms:modified>
</cp:coreProperties>
</file>